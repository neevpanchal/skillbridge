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377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• Problem Statement ID – </a:t>
            </a:r>
            <a:r>
              <a:rPr b="0">
                <a:solidFill>
                  <a:srgbClr val="2563EB"/>
                </a:solidFill>
              </a:rPr>
              <a:t>26134</a:t>
            </a:r>
          </a:p>
          <a:p>
            <a:pPr>
              <a:spcBef>
                <a:spcPts val="800"/>
              </a:spcBef>
              <a:defRPr sz="1150" b="1">
                <a:solidFill>
                  <a:srgbClr val="1E293B"/>
                </a:solidFill>
              </a:defRPr>
            </a:pPr>
            <a:r>
              <a:t>• Problem Statement Title – </a:t>
            </a:r>
            <a:r>
              <a:rPr b="0">
                <a:solidFill>
                  <a:srgbClr val="1E293B"/>
                </a:solidFill>
              </a:rPr>
              <a:t>Challenges in aligning skill development programs with industry requirements and emerging job market demands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Theme – </a:t>
            </a:r>
            <a:r>
              <a:rPr b="0">
                <a:solidFill>
                  <a:srgbClr val="1E293B"/>
                </a:solidFill>
              </a:rPr>
              <a:t>Smart Education / Skilling &amp; Labour-Market Intelligence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PS Category – </a:t>
            </a:r>
            <a:r>
              <a:rPr b="0">
                <a:solidFill>
                  <a:srgbClr val="1E293B"/>
                </a:solidFill>
              </a:rPr>
              <a:t>Software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Team ID – </a:t>
            </a:r>
            <a:r>
              <a:rPr b="0">
                <a:solidFill>
                  <a:srgbClr val="2563EB"/>
                </a:solidFill>
              </a:rPr>
              <a:t>[Enter Your Team ID]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• Team Name – </a:t>
            </a:r>
            <a:r>
              <a:rPr b="0">
                <a:solidFill>
                  <a:srgbClr val="2563EB"/>
                </a:solidFill>
              </a:rPr>
              <a:t>Syntax Squad (Registered on portal)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PROJECT: SKILLBRIDGE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AI-Powered Labour-Market Intelligence &amp; Curriculum Alignment Platform</a:t>
            </a:r>
          </a:p>
          <a:p>
            <a:pPr>
              <a:spcBef>
                <a:spcPts val="1200"/>
              </a:spcBef>
              <a:defRPr sz="1100">
                <a:solidFill>
                  <a:srgbClr val="34D399"/>
                </a:solidFill>
              </a:defRPr>
            </a:pPr>
            <a:r>
              <a:t>• Deployed Live Prototype:</a:t>
            </a:r>
            <a:br/>
            <a:r>
              <a:t>https://frontend-tau-weld-11.vercel.app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Key Innovation Pillars:</a:t>
            </a:r>
            <a:br/>
            <a:r>
              <a:t>1. Real-Time Demand Ingestion</a:t>
            </a:r>
            <a:br/>
            <a:r>
              <a:t>2. AI Curriculum Gap Auditor</a:t>
            </a:r>
            <a:br/>
            <a:r>
              <a:t>3. Dynamic Seat Reallocation Simulator</a:t>
            </a:r>
            <a:br/>
            <a:r>
              <a:t>4. Regional District Workforce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10058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Syntax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F172A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2563EB"/>
                </a:solidFill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SKILLBRIDGE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1. Detailed Explanation of Proposed Solution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Continuous closed-loop intelligence platform connecting corporate hiring vacancies directly to educational syllabus design.</a:t>
            </a:r>
            <a:br/>
            <a:r>
              <a:t>• Ingests live job postings and employer skill signals across industries (Cloud, AI, DevOps, Cyber, Manufacturing).</a:t>
            </a:r>
            <a:br/>
            <a:r>
              <a:t>• Features an AI Syllabus Auditor that inspects course outlines in &lt;60 seconds and outputs modern modular upgrade roadmaps.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2. How it Addresses the Problem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Eliminates 3-5 year syllabus review delays with automated real-time curriculum alignment.</a:t>
            </a:r>
            <a:br/>
            <a:r>
              <a:t>• Solves the talent supply-demand deficit by tracking active job shortages vs. trained student numbers.</a:t>
            </a:r>
            <a:br/>
            <a:r>
              <a:t>• Provides administrators an Interactive Capacity Simulator to model placement jumps when shifting seats away from oversupplied tracks into high-demand tech.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7472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3. Innovation and Uniqueness of the Solution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Precision Calibration Suite: Users enter custom region, cohort size, and sector for instantly recalculated predictive KPIs.</a:t>
            </a:r>
            <a:br/>
            <a:r>
              <a:t>• Evidence-Based Policy Engine: Replaces guesswork with exact mathematical placement modeling.</a:t>
            </a:r>
            <a:br/>
            <a:r>
              <a:t>• District-Level Strategic Matrix: Tailors training to local industrial clusters with exportable deployment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10058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Syntax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F172A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2563EB"/>
                </a:solidFill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• Technologies to be Used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Frontend Architecture: Next.js 14 App Router, React 18, TypeScript 5, Tailwind CSS 3 with dark glassmorphism.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Backend &amp; API: Python 3.11+ / FastAPI, Pydantic v2 schemas, RESTful microservice layer.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Intelligence Engine: NLP syllabus decomposition, keyword vector matching, and dynamic alignment scoring (0-100%).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Database &amp; Storage: SQLite stdlib with WAL mode persistence + client-side fail-safe offline state.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Hosting &amp; Deployment: High-availability Serverless Vercel Edge runtime with zero-downtime CI/CD.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• Methodology &amp; Implementation Process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➔ Step 1: Signal Ingestion — Aggregate corporate vacancy signals, skill growth YoY, and partner employer hiring needs.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➔ Step 2: Gap Mapping Engine — Parse course syllabi, detect outdated topics (e.g. jQuery, PHP 5), and identify critical missing tools (Docker, Next.js, LLMs).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➔ Step 3: What-If Capacity Simulation — Recalculate placement yields mathematically when shifting seat allocations.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➔ Step 4: Regional Deployment — Generate exportable district-level strategic roadmaps for institutional directors.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➔ Working Prototype: Fully live and operational at https://frontend-tau-weld-11.vercel.app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10058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Syntax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F172A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2563EB"/>
                </a:solidFill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• Analysis of Feasibility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Technical Feasibility: Built with mature, production-grade Next.js, FastAPI, and standard web technologies with 0 licensing fees.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Operational Feasibility: Does not disrupt existing institutions; integrates seamlessly alongside current LMS and curriculum review workflows.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Economic Feasibility: Drastically cuts administrative costs of manual syllabus committees and eliminates budget waste on low-placement courses.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Scalability: Serverless edge infrastructure handles hundreds of concurrent institutional reviews with near-zero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• Potential Challenges &amp; Risks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Data Heterogeneity: Different institutions format course syllabi differently (PDF, DOCX, raw text).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Institutional Inertia: Faculty resistance to rapid syllabus modifications and new modern tool adoption.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Regional Economic Variance: Varying industry demands across metropolitan vs. rural districts.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Employer Signal Freshness: Risk of stale hiring data if corporate partnerships are not continuously maintained.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• Overcoming Strategies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Flexible Multi-Format Ingestion: Robust NLP parser handles raw text, bulleted modules, and structured files with ease.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Turnkey Modular Upgrade Packs: Generates ready-to-teach weekly modules and capstone projects to minimize faculty prep time.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District-Specific Mapping: Localized intelligence modules tailor curriculum recommendations to regional industrial clusters.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Employer Partner Portal: Self-service registration channel for corporate recruiters to post hiring requirements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10058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Syntax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F172A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2563EB"/>
                </a:solidFill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• Potential Impact on Target Audience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✔ For Students &amp; Job Seekers: Direct career readiness; graduate with modern, in-demand competencies (Cloud, GenAI, DevOps) guaranteeing high placement rates.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✔ For Academic Deans &amp; Faculty: Instant automated syllabus diagnostics; access ready-to-teach modern module syllabi without months of manual drafting.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✔ For Vocational Directors &amp; Policymakers: Empirical capacity allocation; redirect public training funds from oversupplied tracks into high-growth disciplines.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✔ For Corporate Employers: Reduced onboarding and retraining cycles; hire job-ready talent matching live production tech stacks.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• Benefits of the Solution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➔ Economic Benefits: Increases average placement rates by +15% to +22%, boosting youth employment and expanding regional industrial tax bases.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➔ Social Benefits: Democratizes access to high-paying tech careers for Tier-2/Tier-3 vocational trainees; bridges the economic opportunity gap.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➔ Governance Efficiency: Reduces curriculum review cycle from 3-5 years to under 60 seconds; optimizes public skilling capital.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➔ Industry Competitiveness: Closes critical national talent deficits across semiconductor, AI, cybersecurity, and cloud sectors.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645920" cy="10058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Syntax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F172A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2563EB"/>
                </a:solidFill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Details / Links of the reference and research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1. National Policy &amp; Skilling Frameworks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National Education Policy (NEP 2020) — Directives on vocational education integration and continuous skill credit frameworks.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National Skill Development Corporation (NSDC) Reports (2025-26) — Sectoral skill gap studies and corporate hiring demand trends in IT/ITeS.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NASSCOM FutureSkills Prime Report — Future of Jobs in AI, Cloud Computing, Cybersecurity, and Big Data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2. Industry &amp; Labour-Market Benchmarks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World Economic Forum (WEF) Future of Jobs Report — Global skill depreciation indices and emerging technology role transitions.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National Vocational Training Standards (DGET / NCVET) — ITI course syllabi benchmarks and vocational trade accreditation standards.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Corporate Recruiter Hiring Signals &amp; Vacancy Aggregations — Live market vacancy tracking from leading enterprise technology employers.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3. Project Repository &amp; Live Prototype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Live Production Web Application: https://frontend-tau-weld-11.vercel.app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Executive Dashboard &amp; Calibration Suite: https://frontend-tau-weld-11.vercel.app/dashboard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AI Curriculum Advisor &amp; Auditor: https://frontend-tau-weld-11.vercel.app/curriculum-advisor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Capacity &amp; Seat Reallocation Simulator: https://frontend-tau-weld-11.vercel.app/skill-gaps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