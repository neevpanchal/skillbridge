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Introduce the platform vision, problem context, and the high-impact thesis of SkillBridge.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Explain why millions of youth face underemployment while companies struggle with skill shortages.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Walk the judges through the 4-phase closed-loop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Highlight the live tools and feature richness of the deployed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Reassure judges on technical feasibility, clean architectural decoupling, and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Close with concrete impact metrics, governance cost savings, and the multi-phase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SKILLBRIDGE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AI-Powered Labour-Market Intelligence &amp; Curriculum Alignment Platform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Bridging the Critical Gap Between Technical Education and Real-World Corporate Hiring Demands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📡 Real-Time Demand Signals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Continuous ingestion of corporate vacancy trends and competency shortages.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AI Curriculum Modernizer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Instant syllabus audit, score generation &amp; modern modular upgrades.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Predictive Capacity Simulator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Dynamic seat allocation to mathematically maximize graduate placement.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SKILLING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Structural Disconnect Between Education &amp;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Four critical systemic failure points affecting graduate employability and regional workforce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Static &amp; Slow Curriculum Cycles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Curricula undergo multi-year revision cycles (3-5 years), lagging behind rapid industry tooling advances in Cloud, GenAI, and DevOps.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Supply vs. Demand Imbalance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Massive seat overproduction in outdated clerical courses while high-growth industries report crippling candidate shortages.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Lack of Quantitative Modeling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Directors lack empirical tools to simulate how shifting classroom capacity between tracks directly impacts employment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Regional Economic Mismatch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Standardized courses fail to reflect local industrial cluster needs (e.g. software in tech metros vs IIoT in manufacturing zones).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4-Pillar Continuous Intelligence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 automated, evidence-based feedback pipeline connecting employer vacancies directly to academic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PHASE 01: INGESTION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Live Signal Aggregation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Collects real-time vacancy demands, required tech stacks, and hiring growth rates from corporate partners.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PHASE 02: ANALYSIS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Automated Gap Mapping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Cross-references active institutional syllabi against market requirements to pinpoint obsolete topics and critical skill deficits.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PHASE 03: MODERNIZATION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AI Curriculum Advisory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Generates instant compatibility scores, modular updates (Next.js, Docker, LLMs), and enterprise capstone lab blueprints.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PHASE 04: EXECUTION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District Strategic Plans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Outputs data-backed seat allocation guidelines, trainer upskilling paths, and localized employer placement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Operational Platform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Demonstrating the live user experience across governance, curriculum, and simulation cockpits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📊 Executive Dashboard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Precision Calibration Suite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Allows directors to enter custom regions, sectors, cohort scale, and placement targets for instant recalculated KPIs and action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🤖 AI Curriculum Advisor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Instant Syllabus Auditor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NLP-driven analysis of course text: scores industry alignment (0-100%), flags obsolete topics, and outputs drop-in modern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⚡ Capacity Simulator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Dynamic Policy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Interactive seat slider simulating placement jumps when shifting seats from oversupplied courses into high-deficit tracks.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🏢 Employer &amp; District Matrix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Regional Talent Pipelines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Direct hiring registration portal for companies and downloadable strategic regional workforce deployment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ENGINEERING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Robust, Resilient &amp; High-Performance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Designed for ultra-low latency, zero downtime, and serverless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Next.js 14 App Router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React 18 &amp; TypeScript 5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Tailwind CSS 3 Glassmorphism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Responsive Component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Intelligence API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Python 3.11+ / FastAPI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Async Pydantic v2 validation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Modular decoupled service layer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RESTful high-throughput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Persistence &amp; Intelligence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SQLite with WAL mode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Client-side fail-safe state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NLP curriculum parsing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Dynamic mathematical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 &amp; Deployment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Vercel Edge Serverless hosting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Optimized static generation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Zero-downtime continuous deploy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Live HTTPS production 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VALUE CREATION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Quantifiable Impact, National Scalability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education from reactive maintenance into a proactive economic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60 SECONDS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Syllabus Modernization Time (down from 3-5 years)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+15% to +22%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Projected Placement Rate Jump across training institutes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ZERO WASTE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Elimination of budget drain on obsolete, low-placement 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1033272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STRATEGIC EXPANSION ROADMAP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Phase 1 (Current &amp; Deployed): Live multi-district intelligence cockpit, instant AI syllabus auditor, dynamic capacity simulation engine.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Phase 2 (Ecosystem Integration): Direct integration with National Skill Qualification Framework (NSQF) APIs and institutional LMS systems.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Phase 3 (AI Candidate Matching): Automated student competency verification and direct interview pipelines with verified employer partners.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